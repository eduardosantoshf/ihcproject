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La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39975961e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39975961e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39975961e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39975961e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39975961e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39975961e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39975961e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39975961e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39975961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39975961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4a6b8944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74a6b8944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39975961e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39975961e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39975961e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39975961e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bddan0n0v2f3.cloudfront.net/wp-content/uploads/2014/06/photodune-675615-happy-university-girl-s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 Requirement Analysis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802177" y="37243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000000"/>
                </a:solidFill>
              </a:rPr>
              <a:t>Project Title: Muse-IC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000000"/>
                </a:solidFill>
              </a:rPr>
              <a:t>Eduardo Santos   - 93107   LEI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000000"/>
                </a:solidFill>
              </a:rPr>
              <a:t>Pedro Marques    - 92926   LEI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000000"/>
                </a:solidFill>
              </a:rPr>
              <a:t>Wei Ye	          - 93442   LEI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000000"/>
                </a:solidFill>
              </a:rPr>
              <a:t>Lab Class: P7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7866972" y="4567675"/>
            <a:ext cx="1218000" cy="5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Introduction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Ease of Use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Music and Podcasts App for listening and sharing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Main Users: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Listener</a:t>
            </a: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P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 usage includes listening to music, podcasts, creating playlists and reading lyrics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Artist</a:t>
            </a: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App usage includes content sharing</a:t>
            </a:r>
            <a:r>
              <a:rPr lang="pt-P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stats overview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Project Objectives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PT"/>
              <a:t>Create an overall better app that includes many of the features top music streaming and music sharing apps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PT"/>
              <a:t>Increase ease of use of the app to help users in every situation</a:t>
            </a:r>
            <a:endParaRPr/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Personas 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Name: Francisco Almeida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Sex: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Age: 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Profession: University 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Background: </a:t>
            </a:r>
            <a:r>
              <a:rPr lang="pt-PT">
                <a:solidFill>
                  <a:srgbClr val="333333"/>
                </a:solidFill>
                <a:highlight>
                  <a:srgbClr val="FFFFFF"/>
                </a:highlight>
              </a:rPr>
              <a:t>Is used to listening to music at night 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6416125" y="587800"/>
            <a:ext cx="6108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450" y="1008620"/>
            <a:ext cx="3346075" cy="382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Personas 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Name: Ana Beatriz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Sex: 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Age: 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Profession: University 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/>
              <a:t>Background: </a:t>
            </a:r>
            <a:r>
              <a:rPr lang="pt-PT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Likes to sing and make her own music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6416125" y="587800"/>
            <a:ext cx="6108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874" y="1022300"/>
            <a:ext cx="3268877" cy="382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333333"/>
                </a:solidFill>
              </a:rPr>
              <a:t>Scenarios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Two main Scenarios: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Add new musics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Create</a:t>
            </a:r>
            <a:r>
              <a:rPr lang="pt-PT"/>
              <a:t> playlists</a:t>
            </a:r>
            <a:endParaRPr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333333"/>
                </a:solidFill>
              </a:rPr>
              <a:t>Tasks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729450" y="2078875"/>
            <a:ext cx="2911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new musics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the app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the personal page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new album or not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in button “upload”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a music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967000" y="2078875"/>
            <a:ext cx="3277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playlists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the app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or not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for music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music in playlist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333333"/>
                </a:solidFill>
              </a:rPr>
              <a:t>Requirements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729450" y="2078875"/>
            <a:ext cx="3173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Non-functional requirements: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 ‘help and documentation’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global symbols, for example '+' to add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use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Desktop app for windows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4943625" y="2078875"/>
            <a:ext cx="3173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Lyrics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 artist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‘Genius’ integration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‘Shazam’ integration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Music recognition through lyrics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Like/Review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Playlists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Sleep timer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Playlist Alarm Clock</a:t>
            </a:r>
            <a:endParaRPr/>
          </a:p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PT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Bibliography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pt-PT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https://dbddan0n0v2f3.cloudfront.net/wp-content/uploads/2014/06/photodune-675615-happy-university-girl-s.jpg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Char char="●"/>
            </a:pPr>
            <a:r>
              <a:rPr lang="pt-PT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https://www.regencyeducation.co.uk/wp-content/uploads/2020/01/Student-uni-boy-e1579540507579.jpg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800"/>
              <a:t>‹#›</a:t>
            </a:fld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